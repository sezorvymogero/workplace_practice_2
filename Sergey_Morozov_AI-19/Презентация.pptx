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64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3"/>
                <c:pt idx="0">
                  <c:v>ChatGPT</c:v>
                </c:pt>
                <c:pt idx="1">
                  <c:v>Claude</c:v>
                </c:pt>
                <c:pt idx="2">
                  <c:v>Codex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9.1999999999999993</c:v>
                </c:pt>
                <c:pt idx="1">
                  <c:v>9.6</c:v>
                </c:pt>
                <c:pt idx="2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F8-4E56-B913-1680C0191049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64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3"/>
                <c:pt idx="0">
                  <c:v>ChatGPT</c:v>
                </c:pt>
                <c:pt idx="1">
                  <c:v>Claude</c:v>
                </c:pt>
                <c:pt idx="2">
                  <c:v>Codex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11F8-4E56-B913-1680C0191049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64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3"/>
                <c:pt idx="0">
                  <c:v>ChatGPT</c:v>
                </c:pt>
                <c:pt idx="1">
                  <c:v>Claude</c:v>
                </c:pt>
                <c:pt idx="2">
                  <c:v>Codex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11F8-4E56-B913-1680C01910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shape val="box"/>
        <c:axId val="1975327856"/>
        <c:axId val="1975328816"/>
        <c:axId val="0"/>
      </c:bar3DChart>
      <c:catAx>
        <c:axId val="1975327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75328816"/>
        <c:crosses val="autoZero"/>
        <c:auto val="1"/>
        <c:lblAlgn val="ctr"/>
        <c:lblOffset val="100"/>
        <c:noMultiLvlLbl val="0"/>
      </c:catAx>
      <c:valAx>
        <c:axId val="1975328816"/>
        <c:scaling>
          <c:orientation val="minMax"/>
          <c:max val="10"/>
        </c:scaling>
        <c:delete val="1"/>
        <c:axPos val="l"/>
        <c:numFmt formatCode="General" sourceLinked="1"/>
        <c:majorTickMark val="none"/>
        <c:minorTickMark val="none"/>
        <c:tickLblPos val="nextTo"/>
        <c:crossAx val="1975327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064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0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2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62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23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4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4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38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0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8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22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24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CF899-1293-5EA2-03F8-9A79BEB70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48" b="190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70AAD-4C5A-A30F-A858-D5C604AE6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ru-RU" b="1">
                <a:solidFill>
                  <a:srgbClr val="FFFFFF"/>
                </a:solidFill>
              </a:rPr>
              <a:t>AI-19. Сравнение ChatGPT, Claude и Codex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E6EE5E-FC3D-26E6-1106-817387F72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ru-RU" dirty="0">
                <a:solidFill>
                  <a:srgbClr val="FFFFFF"/>
                </a:solidFill>
              </a:rPr>
              <a:t>Сергей Морозов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940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F7363-FA4F-2F19-50A4-7D8BA49D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EA79DD-B6C0-07EB-4A0D-D3F455A0F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Целью работы было сравнить возможности различных AI-инструментов при решении одинаковых профессиональных задач</a:t>
            </a:r>
          </a:p>
          <a:p>
            <a:r>
              <a:rPr lang="ru-RU" dirty="0"/>
              <a:t>Выбранные задачи: анализ технического задания, генерация программного кода, проведение </a:t>
            </a:r>
            <a:r>
              <a:rPr lang="en-US" dirty="0"/>
              <a:t>code review</a:t>
            </a:r>
            <a:r>
              <a:rPr lang="ru-RU" dirty="0"/>
              <a:t>.</a:t>
            </a:r>
          </a:p>
          <a:p>
            <a:r>
              <a:rPr lang="ru-RU" dirty="0"/>
              <a:t>Для каждого инструмента использовались одинаковые </a:t>
            </a:r>
            <a:r>
              <a:rPr lang="ru-RU" dirty="0" err="1"/>
              <a:t>промпты</a:t>
            </a:r>
            <a:r>
              <a:rPr lang="ru-RU" dirty="0"/>
              <a:t> и одинаковые входные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79554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FDFB1-93DB-A2BB-F7F0-1902D2E2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анализа ТЗ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5A829A-A3B9-EABD-2026-2812A49A2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316804" cy="3566160"/>
          </a:xfrm>
        </p:spPr>
        <p:txBody>
          <a:bodyPr/>
          <a:lstStyle/>
          <a:p>
            <a:r>
              <a:rPr lang="ru-RU" dirty="0"/>
              <a:t>Использовались самые современные бесплатные модели ИИ для работы: </a:t>
            </a:r>
            <a:r>
              <a:rPr lang="en-US" dirty="0"/>
              <a:t>ChatGPT – GPT-5.5, Claude - Sonnet 4.5, Codex - GPT-5.5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рассуждение - очень высокий</a:t>
            </a:r>
            <a:r>
              <a:rPr lang="en-US" dirty="0"/>
              <a:t>)</a:t>
            </a:r>
          </a:p>
          <a:p>
            <a:r>
              <a:rPr lang="en-US" dirty="0"/>
              <a:t>ChatGPT </a:t>
            </a:r>
            <a:r>
              <a:rPr lang="ru-RU" dirty="0"/>
              <a:t>дал структурированный анализ</a:t>
            </a:r>
          </a:p>
          <a:p>
            <a:r>
              <a:rPr lang="en-US" dirty="0"/>
              <a:t>Claude </a:t>
            </a:r>
            <a:r>
              <a:rPr lang="ru-RU" dirty="0"/>
              <a:t>выполнил наиболее глубокую проработку требований</a:t>
            </a:r>
          </a:p>
          <a:p>
            <a:r>
              <a:rPr lang="en-US" dirty="0"/>
              <a:t>Codex </a:t>
            </a:r>
            <a:r>
              <a:rPr lang="ru-RU" dirty="0"/>
              <a:t>сосредоточился на технических аспектах реализации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8EE28C0-BEA4-6799-A0C4-8B1C3F4F1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716" y="2065590"/>
            <a:ext cx="2915653" cy="29156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03ECE1-5F9F-0FE6-F673-F2AE0F0C7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884" y="1134978"/>
            <a:ext cx="1861225" cy="18612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C9E7A4-6951-2A1D-DAC2-93BC39AE4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884" y="4147053"/>
            <a:ext cx="1668379" cy="166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9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D1EC4-530E-456C-AEA6-35482664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генерации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0A6331-F800-1AEC-26B2-20B15CF8E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136" y="2633472"/>
            <a:ext cx="6525871" cy="356616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Все инструменты успешно реализовали требования</a:t>
            </a:r>
            <a:endParaRPr lang="en-US" dirty="0"/>
          </a:p>
          <a:p>
            <a:r>
              <a:rPr lang="ru-RU" dirty="0" err="1"/>
              <a:t>Claude</a:t>
            </a:r>
            <a:r>
              <a:rPr lang="ru-RU" dirty="0"/>
              <a:t> предложил наиболее развитую архитектуру</a:t>
            </a:r>
            <a:endParaRPr lang="en-US" dirty="0"/>
          </a:p>
          <a:p>
            <a:r>
              <a:rPr lang="ru-RU" dirty="0" err="1"/>
              <a:t>Codex</a:t>
            </a:r>
            <a:r>
              <a:rPr lang="ru-RU" dirty="0"/>
              <a:t> использовал современные возможности Python</a:t>
            </a:r>
            <a:endParaRPr lang="en-US" dirty="0"/>
          </a:p>
          <a:p>
            <a:r>
              <a:rPr lang="ru-RU" dirty="0"/>
              <a:t>ChatGPT обеспечил хорошую читаемость и понятность решения.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22052F-87F4-7D80-9A46-C49BC1DDA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633472"/>
            <a:ext cx="3685191" cy="32324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67866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86AED-A63E-E2C7-5670-CDFDC81B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сравнения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E159623-749E-1016-BD87-F3957718CC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454578"/>
              </p:ext>
            </p:extLst>
          </p:nvPr>
        </p:nvGraphicFramePr>
        <p:xfrm>
          <a:off x="639172" y="3612232"/>
          <a:ext cx="1089183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959">
                  <a:extLst>
                    <a:ext uri="{9D8B030D-6E8A-4147-A177-3AD203B41FA5}">
                      <a16:colId xmlns:a16="http://schemas.microsoft.com/office/drawing/2014/main" val="3284433319"/>
                    </a:ext>
                  </a:extLst>
                </a:gridCol>
                <a:gridCol w="2722959">
                  <a:extLst>
                    <a:ext uri="{9D8B030D-6E8A-4147-A177-3AD203B41FA5}">
                      <a16:colId xmlns:a16="http://schemas.microsoft.com/office/drawing/2014/main" val="2089141656"/>
                    </a:ext>
                  </a:extLst>
                </a:gridCol>
                <a:gridCol w="2722959">
                  <a:extLst>
                    <a:ext uri="{9D8B030D-6E8A-4147-A177-3AD203B41FA5}">
                      <a16:colId xmlns:a16="http://schemas.microsoft.com/office/drawing/2014/main" val="95278116"/>
                    </a:ext>
                  </a:extLst>
                </a:gridCol>
                <a:gridCol w="2722959">
                  <a:extLst>
                    <a:ext uri="{9D8B030D-6E8A-4147-A177-3AD203B41FA5}">
                      <a16:colId xmlns:a16="http://schemas.microsoft.com/office/drawing/2014/main" val="1132196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ChatGPT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Claude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67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81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Полнота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66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Полезность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07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Удобство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65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Применимость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201706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3F67B9-F222-6D8B-BB7A-D0A189228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907" y="2225842"/>
            <a:ext cx="1203158" cy="120315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1077A4-1447-FE5F-FC63-05C8FB58D3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590" y="2062789"/>
            <a:ext cx="1475874" cy="14758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74E1E7-C85E-D22A-985B-88B88C1F9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390" y="2062788"/>
            <a:ext cx="1475875" cy="147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6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20564-1D4F-A933-86E5-2E3FA873C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74BF74-5A29-50FE-368B-ACDF8E6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673" y="2606040"/>
            <a:ext cx="7199640" cy="3566160"/>
          </a:xfrm>
        </p:spPr>
        <p:txBody>
          <a:bodyPr/>
          <a:lstStyle/>
          <a:p>
            <a:r>
              <a:rPr lang="ru-RU" dirty="0" err="1"/>
              <a:t>Claude</a:t>
            </a:r>
            <a:r>
              <a:rPr lang="ru-RU" dirty="0"/>
              <a:t> лучше показал себя в аналитических задачах</a:t>
            </a:r>
          </a:p>
          <a:p>
            <a:r>
              <a:rPr lang="ru-RU" dirty="0" err="1"/>
              <a:t>Codex</a:t>
            </a:r>
            <a:r>
              <a:rPr lang="ru-RU" dirty="0"/>
              <a:t> сильнее в задачах программирования</a:t>
            </a:r>
          </a:p>
          <a:p>
            <a:r>
              <a:rPr lang="ru-RU" dirty="0"/>
              <a:t>ChatGPT продемонстрировал наиболее сбалансированный результат</a:t>
            </a:r>
          </a:p>
          <a:p>
            <a:pPr marL="0" indent="0">
              <a:buNone/>
            </a:pPr>
            <a:r>
              <a:rPr lang="ru-RU" dirty="0"/>
              <a:t>Выбор инструмента зависит от типа задачи.</a:t>
            </a:r>
          </a:p>
        </p:txBody>
      </p:sp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id="{98DC06D4-B809-A66F-528D-3300E246A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257465"/>
              </p:ext>
            </p:extLst>
          </p:nvPr>
        </p:nvGraphicFramePr>
        <p:xfrm>
          <a:off x="163688" y="2468882"/>
          <a:ext cx="4857492" cy="3603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775014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35</TotalTime>
  <Words>174</Words>
  <Application>Microsoft Office PowerPoint</Application>
  <PresentationFormat>Широкоэкранный</PresentationFormat>
  <Paragraphs>46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AI-19. Сравнение ChatGPT, Claude и Codex</vt:lpstr>
      <vt:lpstr>Цель и задачи исследования</vt:lpstr>
      <vt:lpstr>Результаты анализа ТЗ</vt:lpstr>
      <vt:lpstr>Результаты генерации кода</vt:lpstr>
      <vt:lpstr>Итоги сравнения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10</cp:revision>
  <dcterms:created xsi:type="dcterms:W3CDTF">2026-06-17T01:54:12Z</dcterms:created>
  <dcterms:modified xsi:type="dcterms:W3CDTF">2026-06-17T02:29:47Z</dcterms:modified>
</cp:coreProperties>
</file>